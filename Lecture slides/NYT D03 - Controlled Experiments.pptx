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37012d44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37012d44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1b9cbe21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1b9cbe21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221bb1c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221bb1c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b5ccdf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b5ccdf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395512a1e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395512a1e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395512a1e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395512a1e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Experiments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D03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Section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Definition of controlled experiment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experiment is an orderly procedure carried out with the goal of verifying, refuting, or establishing the validity of a hypothesis [WP]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controlled experiment is an experiment with the procedure set-up to measure the relationship between an independent and a dependent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of controlled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both human subjects and non-human phenomena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be used where reflection is not available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Pros and cons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Requires a highly restricted environment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6250"/>
            <a:ext cx="5509450" cy="47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Slide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Field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Natural experiments / epidemiological studies </a:t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